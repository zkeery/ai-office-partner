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rgbClr val="167D8D"/>
            </a:solidFill>
          </c:spPr>
          <c:cat>
            <c:strRef>
              <c:f>Sheet1!$A$2:$A$3</c:f>
              <c:strCache>
                <c:ptCount val="2"/>
                <c:pt idx="0">
                  <c:v>华南</c:v>
                </c:pt>
                <c:pt idx="1">
                  <c:v>华东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600.0</c:v>
                </c:pt>
                <c:pt idx="1">
                  <c:v>300.0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>
              <a:solidFill>
                <a:srgbClr val="167D8D"/>
              </a:solidFill>
            </a:ln>
          </c:spPr>
          <c:cat>
            <c:strRef>
              <c:f>Sheet1!$A$2:$A$3</c:f>
              <c:strCache>
                <c:ptCount val="2"/>
                <c:pt idx="0">
                  <c:v>2026-01</c:v>
                </c:pt>
                <c:pt idx="1">
                  <c:v>2026-02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300.0</c:v>
                </c:pt>
                <c:pt idx="1">
                  <c:v>600.0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400">
                <a:solidFill>
                  <a:srgbClr val="173B45"/>
                </a:solidFill>
              </a:defRPr>
            </a:pPr>
            <a:r>
              <a:t>20261004 链路联调 CSV 销售分析报告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AI办公搭子 · 自动生成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B45"/>
                </a:solidFill>
                <a:latin typeface="Aptos"/>
              </a:defRPr>
            </a:pPr>
            <a:r>
              <a:t>数据概览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52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数据来源：链路联调材料.csv（工作表：链路联调材料），共 1 个工作表、4 个完整数据行、4 列。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统计口径：空值与非数字已排除；离群值仍计入统计；环比在基期缺失或为 0 时记为 null。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数值字段：销售额、订单数，均无缺失值、无非法值。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说明：本次汇总求和仅为程序计算结果，不等于业务口径已确认；比率类指标为未加权均值，不代表整体加权比率。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7A80"/>
                </a:solidFill>
              </a:defRPr>
            </a:pPr>
            <a:r>
              <a:t>AI办公搭子  /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B45"/>
                </a:solidFill>
                <a:latin typeface="Aptos"/>
              </a:defRPr>
            </a:pPr>
            <a:r>
              <a:t>关键发现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52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销售额合计 900.0，共 4 条记录，未加权均值 225.0，最小 100.0，最大 400.0（来源：链路联调材料.csv / 链路联调材料）。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订单数合计 18.0，未加权均值 4.5，最小 2.0，最大 8.0（同上）。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区域分布：华南销售额 600.0（2 条记录），华东销售额 300.0（2 条记录），华南为华东的 2 倍（来源：程序分组结果）。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月度趋势：2026-01 销售额 300.0，2026-02 销售额 600.0，环比 +100.0%；订单数同步由 6.0 增至 12.0，环比 +100.0%（来源：程序月度汇总）。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7A80"/>
                </a:solidFill>
              </a:defRPr>
            </a:pPr>
            <a:r>
              <a:t>AI办公搭子  /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B45"/>
                </a:solidFill>
                <a:latin typeface="Aptos"/>
              </a:defRPr>
            </a:pPr>
            <a:r>
              <a:t>关键发现（续 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52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同比（yoy）因缺少可用基期，均为 —（缺少可用基期）。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7A80"/>
                </a:solidFill>
              </a:defRPr>
            </a:pPr>
            <a:r>
              <a:t>AI办公搭子  /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B45"/>
                </a:solidFill>
                <a:latin typeface="Aptos"/>
              </a:defRPr>
            </a:pPr>
            <a:r>
              <a:t>图表解读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52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本次实际生成 2 张图表：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销售额 · 按区域汇总：对应区域分组结果，华南 600.0、华东 300.0，直观显示华南贡献更高。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销售额 · 月度趋势：对应月度汇总，2026-01 为 300.0、2026-02 为 600.0，呈上升走势。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以上图表仅覆盖销售额指标；订单数、环比等未单独成图，相关结论以程序计算数值为准。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7A80"/>
                </a:solidFill>
              </a:defRPr>
            </a:pPr>
            <a:r>
              <a:t>AI办公搭子  /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B45"/>
                </a:solidFill>
                <a:latin typeface="Aptos"/>
              </a:defRPr>
            </a:pPr>
            <a:r>
              <a:t>异常与待核实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52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异常总数 2 处，均位于第 5 行：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- 销售额 = 400，超出四分位距 1.5 倍范围，请核对；仍计入统计。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- 订单数 = 8，超出四分位距 1.5 倍范围，请核对；仍计入统计。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待核实：汇总求和是否与业务口径一致尚未确认；同比基期缺失，无法计算同比。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说明：4 行样本量较小，离群值对合计与均值影响较大，解读时需谨慎。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7A80"/>
                </a:solidFill>
              </a:defRPr>
            </a:pPr>
            <a:r>
              <a:t>AI办公搭子  /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B45"/>
                </a:solidFill>
                <a:latin typeface="Aptos"/>
              </a:defRPr>
            </a:pPr>
            <a:r>
              <a:t>建议动作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52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核对第 5 行记录（销售额 400、订单数 8）是否为真实业务数据，确认后决定是否保留。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与业务方确认销售额、订单数的统计口径（是否含退款、是否含税等），再对外使用合计值。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补充 2025 年同期数据，以便计算同比；当前同比均为 —（缺少可用基期）。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如需区域或月度更细分析，建议扩充样本量，降低离群值对结论的干扰。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7A80"/>
                </a:solidFill>
              </a:defRPr>
            </a:pPr>
            <a:r>
              <a:t>AI办公搭子  /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B45"/>
                </a:solidFill>
                <a:latin typeface="Aptos"/>
              </a:defRPr>
            </a:pPr>
            <a:r>
              <a:t>参考来源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52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用户材料：链路联调材料.csv（工作表：链路联调材料）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程序计算：本次汇总、分组、月度环比及异常检测结果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图表：销售额 · 按区域汇总；销售额 · 月度趋势（本次实际生成）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7A80"/>
                </a:solidFill>
              </a:defRPr>
            </a:pPr>
            <a:r>
              <a:t>AI办公搭子  /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B45"/>
                </a:solidFill>
                <a:latin typeface="Aptos"/>
              </a:defRPr>
            </a:pPr>
            <a:r>
              <a:t>数据范围与计算口径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52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完整读取 1 个文件、1 个工作表，共 4 行数据。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数值由程序计算。空值与非数字排除，离群值仍计入统计；异常明细和全部数据保存在 Excel。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环比使用上一个自然月，同比使用上一年同月。基期缺失或为 0 时不计算增长率。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7A80"/>
                </a:solidFill>
              </a:defRPr>
            </a:pPr>
            <a:r>
              <a:t>AI办公搭子  /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B45"/>
                </a:solidFill>
                <a:latin typeface="Aptos"/>
              </a:defRPr>
            </a:pPr>
            <a:r>
              <a:t>销售额 · 按区域汇总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645920"/>
          <a:ext cx="106070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64190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7A80"/>
                </a:solidFill>
              </a:defRPr>
            </a:pPr>
            <a:r>
              <a:t>来源：链路联调材料.csv / 链路联调材料 · 4 行   ·   AI办公搭子  /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B45"/>
                </a:solidFill>
                <a:latin typeface="Aptos"/>
              </a:defRPr>
            </a:pPr>
            <a:r>
              <a:t>销售额 · 月度趋势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645920"/>
          <a:ext cx="106070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64190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7A80"/>
                </a:solidFill>
              </a:defRPr>
            </a:pPr>
            <a:r>
              <a:t>来源：链路联调材料.csv / 链路联调材料 · 4 行   ·   AI办公搭子  /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